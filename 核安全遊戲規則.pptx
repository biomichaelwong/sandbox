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ulam wong" userId="c40e6195ad38dae6" providerId="LiveId" clId="{2CBFDE3F-FFB4-416E-930A-226B1656C200}"/>
    <pc:docChg chg="undo custSel modSld">
      <pc:chgData name="hiulam wong" userId="c40e6195ad38dae6" providerId="LiveId" clId="{2CBFDE3F-FFB4-416E-930A-226B1656C200}" dt="2026-09-28T15:52:21.663" v="87" actId="20577"/>
      <pc:docMkLst>
        <pc:docMk/>
      </pc:docMkLst>
      <pc:sldChg chg="modSp mod">
        <pc:chgData name="hiulam wong" userId="c40e6195ad38dae6" providerId="LiveId" clId="{2CBFDE3F-FFB4-416E-930A-226B1656C200}" dt="2026-09-28T15:52:21.663" v="87" actId="20577"/>
        <pc:sldMkLst>
          <pc:docMk/>
          <pc:sldMk cId="0" sldId="257"/>
        </pc:sldMkLst>
        <pc:spChg chg="mod">
          <ac:chgData name="hiulam wong" userId="c40e6195ad38dae6" providerId="LiveId" clId="{2CBFDE3F-FFB4-416E-930A-226B1656C200}" dt="2026-09-28T15:51:56.534" v="59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hiulam wong" userId="c40e6195ad38dae6" providerId="LiveId" clId="{2CBFDE3F-FFB4-416E-930A-226B1656C200}" dt="2026-09-28T15:52:21.663" v="8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hiulam wong" userId="c40e6195ad38dae6" providerId="LiveId" clId="{2CBFDE3F-FFB4-416E-930A-226B1656C200}" dt="2026-09-28T15:39:37.592" v="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hiulam wong" userId="c40e6195ad38dae6" providerId="LiveId" clId="{2CBFDE3F-FFB4-416E-930A-226B1656C200}" dt="2026-09-28T15:51:46.485" v="52" actId="403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hiulam wong" userId="c40e6195ad38dae6" providerId="LiveId" clId="{2CBFDE3F-FFB4-416E-930A-226B1656C200}" dt="2026-09-28T15:41:27.689" v="46" actId="1076"/>
        <pc:sldMkLst>
          <pc:docMk/>
          <pc:sldMk cId="0" sldId="258"/>
        </pc:sldMkLst>
        <pc:spChg chg="mod">
          <ac:chgData name="hiulam wong" userId="c40e6195ad38dae6" providerId="LiveId" clId="{2CBFDE3F-FFB4-416E-930A-226B1656C200}" dt="2026-09-28T15:41:27.689" v="4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hiulam wong" userId="c40e6195ad38dae6" providerId="LiveId" clId="{2CBFDE3F-FFB4-416E-930A-226B1656C200}" dt="2026-09-28T15:41:23.341" v="45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hiulam wong" userId="c40e6195ad38dae6" providerId="LiveId" clId="{2CBFDE3F-FFB4-416E-930A-226B1656C200}" dt="2026-09-28T15:41:01.275" v="14" actId="20577"/>
          <ac:spMkLst>
            <pc:docMk/>
            <pc:sldMk cId="0" sldId="258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4800" b="1">
                <a:solidFill>
                  <a:srgbClr val="FFFFFF"/>
                </a:solidFill>
              </a:defRPr>
            </a:pPr>
            <a:r>
              <a:t>🎈 關卡 1：安全搬運任務（熱身）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8640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rPr dirty="0"/>
              <a:t>🎯 </a:t>
            </a:r>
            <a:r>
              <a:rPr dirty="0" err="1"/>
              <a:t>任務目標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 err="1"/>
              <a:t>模擬核廢料搬運流程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 err="1"/>
              <a:t>體驗安全搬運的重要性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48640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t>📋 遊戲規則</a:t>
            </a:r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t>• 兩位同學為一組</a:t>
            </a:r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t>• 用繩子在 30 秒內搬運氣球到紙箱</a:t>
            </a:r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t>• 氣球不能拋進箱內，必須穩妥放入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4864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t>⚠️ 注意事項</a:t>
            </a:r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t>⚠️ 氣球掉到地上 → 返回起點重新開始</a:t>
            </a:r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t>⚠️ 必須用繩子夾著氣球搬運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486400" cy="18288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rPr dirty="0"/>
              <a:t>🏆 </a:t>
            </a:r>
            <a:r>
              <a:rPr dirty="0" err="1"/>
              <a:t>獎勵</a:t>
            </a:r>
            <a:endParaRPr dirty="0"/>
          </a:p>
          <a:p>
            <a:pPr>
              <a:defRPr sz="2400">
                <a:solidFill>
                  <a:srgbClr val="2C3E50"/>
                </a:solidFill>
              </a:defRPr>
            </a:pPr>
            <a:r>
              <a:rPr dirty="0" err="1"/>
              <a:t>搬運超過</a:t>
            </a:r>
            <a:r>
              <a:rPr dirty="0"/>
              <a:t> 5 </a:t>
            </a:r>
            <a:r>
              <a:rPr dirty="0" err="1"/>
              <a:t>個氣球</a:t>
            </a:r>
            <a:endParaRPr dirty="0"/>
          </a:p>
          <a:p>
            <a:pPr>
              <a:defRPr sz="2800" b="1">
                <a:solidFill>
                  <a:srgbClr val="E67E22"/>
                </a:solidFill>
              </a:defRPr>
            </a:pPr>
            <a:r>
              <a:rPr dirty="0"/>
              <a:t>→ </a:t>
            </a:r>
            <a:r>
              <a:rPr dirty="0" err="1"/>
              <a:t>額外獲得</a:t>
            </a:r>
            <a:r>
              <a:rPr dirty="0"/>
              <a:t> 2 </a:t>
            </a:r>
            <a:r>
              <a:rPr dirty="0" err="1"/>
              <a:t>發子彈</a:t>
            </a:r>
            <a:r>
              <a:rPr dirty="0"/>
              <a:t>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完成熱身後，進入關卡 2 ➡️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4800" b="1">
                <a:solidFill>
                  <a:srgbClr val="FFFFFF"/>
                </a:solidFill>
              </a:defRPr>
            </a:pPr>
            <a:r>
              <a:t>📚 關卡 2：知識挑戰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8640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6141" y="1609165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rPr dirty="0"/>
              <a:t>🎯 </a:t>
            </a:r>
            <a:r>
              <a:rPr dirty="0" err="1"/>
              <a:t>任務目標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 err="1"/>
              <a:t>閱讀展板資料，回答核安全問題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 err="1"/>
              <a:t>根據答題表現獲得子彈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48640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9377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rPr dirty="0"/>
              <a:t>📋 </a:t>
            </a:r>
            <a:r>
              <a:rPr dirty="0" err="1"/>
              <a:t>遊戲規則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/>
              <a:t>1. </a:t>
            </a:r>
            <a:r>
              <a:rPr dirty="0" err="1"/>
              <a:t>閱讀三幅核安全展板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/>
              <a:t>2. </a:t>
            </a:r>
            <a:r>
              <a:rPr dirty="0" err="1"/>
              <a:t>回答</a:t>
            </a:r>
            <a:r>
              <a:rPr dirty="0"/>
              <a:t> 20 </a:t>
            </a:r>
            <a:r>
              <a:rPr dirty="0" err="1"/>
              <a:t>條題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9448495" cy="2605144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86968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rPr dirty="0"/>
              <a:t>🎯 </a:t>
            </a:r>
            <a:r>
              <a:rPr dirty="0" err="1"/>
              <a:t>子彈換算</a:t>
            </a:r>
            <a:endParaRPr dirty="0"/>
          </a:p>
          <a:p>
            <a:pPr>
              <a:spcBef>
                <a:spcPts val="1600"/>
              </a:spcBef>
            </a:pPr>
            <a:endParaRPr sz="1100" dirty="0"/>
          </a:p>
          <a:p>
            <a:pPr algn="ctr">
              <a:defRPr sz="2600" b="1">
                <a:solidFill>
                  <a:srgbClr val="2C3E50"/>
                </a:solidFill>
              </a:defRPr>
            </a:pPr>
            <a:r>
              <a:rPr dirty="0" err="1"/>
              <a:t>答對</a:t>
            </a:r>
            <a:r>
              <a:rPr dirty="0"/>
              <a:t> 5 題  →  2 </a:t>
            </a:r>
            <a:r>
              <a:rPr dirty="0" err="1"/>
              <a:t>發子彈</a:t>
            </a:r>
            <a:r>
              <a:rPr dirty="0"/>
              <a:t>        </a:t>
            </a:r>
            <a:endParaRPr lang="de-DE" dirty="0"/>
          </a:p>
          <a:p>
            <a:pPr algn="ctr">
              <a:defRPr sz="2600" b="1">
                <a:solidFill>
                  <a:srgbClr val="2C3E50"/>
                </a:solidFill>
              </a:defRPr>
            </a:pPr>
            <a:r>
              <a:rPr dirty="0" err="1"/>
              <a:t>答對</a:t>
            </a:r>
            <a:r>
              <a:rPr dirty="0"/>
              <a:t> 8 題  →  4 </a:t>
            </a:r>
            <a:r>
              <a:rPr dirty="0" err="1"/>
              <a:t>發子彈</a:t>
            </a:r>
            <a:r>
              <a:rPr dirty="0"/>
              <a:t>        </a:t>
            </a:r>
            <a:endParaRPr lang="de-DE" dirty="0"/>
          </a:p>
          <a:p>
            <a:pPr algn="ctr">
              <a:defRPr sz="2600" b="1">
                <a:solidFill>
                  <a:srgbClr val="2C3E50"/>
                </a:solidFill>
              </a:defRPr>
            </a:pPr>
            <a:r>
              <a:rPr dirty="0" err="1"/>
              <a:t>答對</a:t>
            </a:r>
            <a:r>
              <a:rPr dirty="0"/>
              <a:t> 10 </a:t>
            </a:r>
            <a:r>
              <a:rPr dirty="0" err="1"/>
              <a:t>題或以上</a:t>
            </a:r>
            <a:r>
              <a:rPr dirty="0"/>
              <a:t>  →  6 </a:t>
            </a:r>
            <a:r>
              <a:rPr dirty="0" err="1"/>
              <a:t>發子彈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rPr dirty="0" err="1"/>
              <a:t>完成答題後，進入關卡</a:t>
            </a:r>
            <a:r>
              <a:rPr dirty="0"/>
              <a:t> 3 ➡️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4800" b="1">
                <a:solidFill>
                  <a:srgbClr val="FFFFFF"/>
                </a:solidFill>
              </a:defRPr>
            </a:pPr>
            <a:r>
              <a:rPr dirty="0"/>
              <a:t>🔫 </a:t>
            </a:r>
            <a:r>
              <a:rPr dirty="0" err="1"/>
              <a:t>關卡</a:t>
            </a:r>
            <a:r>
              <a:rPr dirty="0"/>
              <a:t> 3：射擊挑戰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1277295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34625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C3E50"/>
                </a:solidFill>
              </a:defRPr>
            </a:pPr>
            <a:r>
              <a:rPr dirty="0"/>
              <a:t>🎯 </a:t>
            </a:r>
            <a:r>
              <a:rPr dirty="0" err="1"/>
              <a:t>任務目標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C3E50"/>
                </a:solidFill>
              </a:defRPr>
            </a:pPr>
            <a:r>
              <a:rPr dirty="0" err="1"/>
              <a:t>射擊貼有「正確」核安全知識的汽水罐，但不能射中「錯誤」知識的罐</a:t>
            </a:r>
            <a:r>
              <a:rPr dirty="0"/>
              <a:t>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30352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</a:defRPr>
            </a:pPr>
            <a:r>
              <a:rPr dirty="0"/>
              <a:t>📋 </a:t>
            </a:r>
            <a:r>
              <a:rPr dirty="0" err="1"/>
              <a:t>卡片分類</a:t>
            </a:r>
            <a:endParaRPr dirty="0"/>
          </a:p>
          <a:p>
            <a:pPr>
              <a:spcBef>
                <a:spcPts val="800"/>
              </a:spcBef>
              <a:defRPr sz="2400">
                <a:solidFill>
                  <a:srgbClr val="27AE60"/>
                </a:solidFill>
              </a:defRPr>
            </a:pPr>
            <a:r>
              <a:rPr dirty="0"/>
              <a:t>✅ </a:t>
            </a:r>
            <a:r>
              <a:rPr dirty="0" err="1"/>
              <a:t>正確知識</a:t>
            </a:r>
            <a:r>
              <a:rPr dirty="0"/>
              <a:t> → </a:t>
            </a:r>
            <a:r>
              <a:rPr dirty="0" err="1"/>
              <a:t>應該射擊</a:t>
            </a:r>
            <a:endParaRPr dirty="0"/>
          </a:p>
          <a:p>
            <a:pPr>
              <a:defRPr sz="2400">
                <a:solidFill>
                  <a:srgbClr val="E74C3C"/>
                </a:solidFill>
              </a:defRPr>
            </a:pPr>
            <a:r>
              <a:rPr dirty="0"/>
              <a:t>❌ </a:t>
            </a:r>
            <a:r>
              <a:rPr dirty="0" err="1"/>
              <a:t>錯誤知識</a:t>
            </a:r>
            <a:r>
              <a:rPr dirty="0"/>
              <a:t> → </a:t>
            </a:r>
            <a:r>
              <a:rPr dirty="0" err="1"/>
              <a:t>不可射擊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486400" cy="16459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4310" y="2966332"/>
            <a:ext cx="493776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67E22"/>
                </a:solidFill>
              </a:defRPr>
            </a:pPr>
            <a:r>
              <a:rPr dirty="0"/>
              <a:t>🏆 </a:t>
            </a:r>
            <a:r>
              <a:rPr dirty="0" err="1"/>
              <a:t>計分規則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27AE60"/>
                </a:solidFill>
              </a:defRPr>
            </a:pPr>
            <a:r>
              <a:rPr lang="de-DE" dirty="0"/>
              <a:t>        </a:t>
            </a:r>
            <a:r>
              <a:rPr dirty="0" err="1"/>
              <a:t>射中正確知識</a:t>
            </a:r>
            <a:r>
              <a:rPr dirty="0"/>
              <a:t> → +1 分</a:t>
            </a:r>
          </a:p>
          <a:p>
            <a:pPr>
              <a:defRPr sz="2200">
                <a:solidFill>
                  <a:srgbClr val="E74C3C"/>
                </a:solidFill>
              </a:defRPr>
            </a:pPr>
            <a:r>
              <a:rPr lang="de-DE" dirty="0"/>
              <a:t>        </a:t>
            </a:r>
            <a:r>
              <a:rPr dirty="0" err="1"/>
              <a:t>射中錯誤知識</a:t>
            </a:r>
            <a:r>
              <a:rPr dirty="0"/>
              <a:t> → -1 分</a:t>
            </a:r>
          </a:p>
          <a:p>
            <a:pPr>
              <a:defRPr sz="2200">
                <a:solidFill>
                  <a:srgbClr val="808080"/>
                </a:solidFill>
              </a:defRPr>
            </a:pPr>
            <a:r>
              <a:rPr lang="de-DE" dirty="0"/>
              <a:t>        </a:t>
            </a:r>
            <a:r>
              <a:rPr dirty="0" err="1"/>
              <a:t>未射中</a:t>
            </a:r>
            <a:r>
              <a:rPr dirty="0"/>
              <a:t> → </a:t>
            </a:r>
            <a:r>
              <a:rPr dirty="0" err="1"/>
              <a:t>不計分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8534095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1863" y="4892040"/>
            <a:ext cx="505779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 err="1"/>
              <a:t>最終得分</a:t>
            </a:r>
            <a:r>
              <a:rPr dirty="0"/>
              <a:t> </a:t>
            </a:r>
            <a:r>
              <a:rPr lang="de-DE" dirty="0"/>
              <a:t> </a:t>
            </a:r>
            <a:r>
              <a:rPr dirty="0"/>
              <a:t>= </a:t>
            </a:r>
            <a:r>
              <a:rPr lang="de-DE" dirty="0"/>
              <a:t> </a:t>
            </a:r>
            <a:r>
              <a:rPr dirty="0" err="1"/>
              <a:t>射中正確</a:t>
            </a:r>
            <a:r>
              <a:rPr dirty="0"/>
              <a:t> </a:t>
            </a:r>
            <a:r>
              <a:rPr lang="de-DE" dirty="0"/>
              <a:t> </a:t>
            </a:r>
            <a:r>
              <a:rPr dirty="0"/>
              <a:t>-</a:t>
            </a:r>
            <a:r>
              <a:rPr lang="de-DE" dirty="0"/>
              <a:t> </a:t>
            </a:r>
            <a:r>
              <a:rPr dirty="0"/>
              <a:t> </a:t>
            </a:r>
            <a:r>
              <a:rPr dirty="0" err="1"/>
              <a:t>射中錯誤</a:t>
            </a:r>
            <a:endParaRPr lang="de-DE" dirty="0"/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 err="1"/>
              <a:t>爭做「核安全射擊王</a:t>
            </a:r>
            <a:r>
              <a:rPr dirty="0"/>
              <a:t>」！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🎉 完成全部關卡，贏取獎勵！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寬螢幕</PresentationFormat>
  <Paragraphs>41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hiulam wong</cp:lastModifiedBy>
  <cp:revision>1</cp:revision>
  <dcterms:created xsi:type="dcterms:W3CDTF">2013-01-27T09:14:16Z</dcterms:created>
  <dcterms:modified xsi:type="dcterms:W3CDTF">2026-09-28T15:52:44Z</dcterms:modified>
  <cp:category/>
</cp:coreProperties>
</file>